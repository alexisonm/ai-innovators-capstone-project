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7" r:id="rId2"/>
    <p:sldId id="258" r:id="rId3"/>
    <p:sldId id="256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257ADFD-C500-4982-B248-5642BA72D6EA}">
          <p14:sldIdLst/>
        </p14:section>
        <p14:section name="Untitled Section" id="{8DA52C9E-880B-45AE-BFA0-E1334AEC15A1}">
          <p14:sldIdLst>
            <p14:sldId id="257"/>
            <p14:sldId id="258"/>
            <p14:sldId id="256"/>
            <p14:sldId id="25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40" d="100"/>
          <a:sy n="40" d="100"/>
        </p:scale>
        <p:origin x="80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EDAE20-C1D1-422C-8B80-A27F3C5D26D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2FE6433-7F3C-4041-8A05-2FC702254E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Searching for parking in busy areas is frustrating</a:t>
          </a:r>
          <a:endParaRPr lang="en-US"/>
        </a:p>
      </dgm:t>
    </dgm:pt>
    <dgm:pt modelId="{5592E31D-99B7-4E77-BFF3-00FBA31A87D0}" type="parTrans" cxnId="{9E2E0CE7-E21E-4949-BD4C-F4E6896248E1}">
      <dgm:prSet/>
      <dgm:spPr/>
      <dgm:t>
        <a:bodyPr/>
        <a:lstStyle/>
        <a:p>
          <a:endParaRPr lang="en-US"/>
        </a:p>
      </dgm:t>
    </dgm:pt>
    <dgm:pt modelId="{74D9EAC2-7721-4234-9AD5-DFF2ED3AB437}" type="sibTrans" cxnId="{9E2E0CE7-E21E-4949-BD4C-F4E6896248E1}">
      <dgm:prSet/>
      <dgm:spPr/>
      <dgm:t>
        <a:bodyPr/>
        <a:lstStyle/>
        <a:p>
          <a:endParaRPr lang="en-US"/>
        </a:p>
      </dgm:t>
    </dgm:pt>
    <dgm:pt modelId="{BC4547AE-728C-4C0D-B598-576C15AB9D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Drivers waste valuable time circling for a spot</a:t>
          </a:r>
          <a:endParaRPr lang="en-US"/>
        </a:p>
      </dgm:t>
    </dgm:pt>
    <dgm:pt modelId="{BF6F3782-E320-4DAC-8D88-BEB2C9E29558}" type="parTrans" cxnId="{FCD2085F-CA14-4E4E-8FAE-4B2F1EA92719}">
      <dgm:prSet/>
      <dgm:spPr/>
      <dgm:t>
        <a:bodyPr/>
        <a:lstStyle/>
        <a:p>
          <a:endParaRPr lang="en-US"/>
        </a:p>
      </dgm:t>
    </dgm:pt>
    <dgm:pt modelId="{68BF36E4-8DEE-4683-9F03-8048199F351C}" type="sibTrans" cxnId="{FCD2085F-CA14-4E4E-8FAE-4B2F1EA92719}">
      <dgm:prSet/>
      <dgm:spPr/>
      <dgm:t>
        <a:bodyPr/>
        <a:lstStyle/>
        <a:p>
          <a:endParaRPr lang="en-US"/>
        </a:p>
      </dgm:t>
    </dgm:pt>
    <dgm:pt modelId="{186AE964-839A-4AC2-8DBA-5420660491BB}" type="pres">
      <dgm:prSet presAssocID="{4AEDAE20-C1D1-422C-8B80-A27F3C5D26D1}" presName="root" presStyleCnt="0">
        <dgm:presLayoutVars>
          <dgm:dir/>
          <dgm:resizeHandles val="exact"/>
        </dgm:presLayoutVars>
      </dgm:prSet>
      <dgm:spPr/>
    </dgm:pt>
    <dgm:pt modelId="{6070AB06-4434-448A-A24F-255B0467A16E}" type="pres">
      <dgm:prSet presAssocID="{42FE6433-7F3C-4041-8A05-2FC702254E0F}" presName="compNode" presStyleCnt="0"/>
      <dgm:spPr/>
    </dgm:pt>
    <dgm:pt modelId="{BA7FD112-F4C0-4F02-96D0-7B71931670B6}" type="pres">
      <dgm:prSet presAssocID="{42FE6433-7F3C-4041-8A05-2FC702254E0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444F655C-A012-4B78-B49D-40A258DDAA0D}" type="pres">
      <dgm:prSet presAssocID="{42FE6433-7F3C-4041-8A05-2FC702254E0F}" presName="spaceRect" presStyleCnt="0"/>
      <dgm:spPr/>
    </dgm:pt>
    <dgm:pt modelId="{46B30072-289F-46D6-AD8B-F2479BEC941C}" type="pres">
      <dgm:prSet presAssocID="{42FE6433-7F3C-4041-8A05-2FC702254E0F}" presName="textRect" presStyleLbl="revTx" presStyleIdx="0" presStyleCnt="2">
        <dgm:presLayoutVars>
          <dgm:chMax val="1"/>
          <dgm:chPref val="1"/>
        </dgm:presLayoutVars>
      </dgm:prSet>
      <dgm:spPr/>
    </dgm:pt>
    <dgm:pt modelId="{67509BEE-9620-4D69-BDF1-91737DC13166}" type="pres">
      <dgm:prSet presAssocID="{74D9EAC2-7721-4234-9AD5-DFF2ED3AB437}" presName="sibTrans" presStyleCnt="0"/>
      <dgm:spPr/>
    </dgm:pt>
    <dgm:pt modelId="{207F9BE9-CD56-4D37-BFCA-DBDF07286C53}" type="pres">
      <dgm:prSet presAssocID="{BC4547AE-728C-4C0D-B598-576C15AB9D59}" presName="compNode" presStyleCnt="0"/>
      <dgm:spPr/>
    </dgm:pt>
    <dgm:pt modelId="{AB8B7994-16E1-48F4-997A-F1EB8DF84436}" type="pres">
      <dgm:prSet presAssocID="{BC4547AE-728C-4C0D-B598-576C15AB9D5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C3F9FBE5-32D7-44B7-A460-2A2532E47D18}" type="pres">
      <dgm:prSet presAssocID="{BC4547AE-728C-4C0D-B598-576C15AB9D59}" presName="spaceRect" presStyleCnt="0"/>
      <dgm:spPr/>
    </dgm:pt>
    <dgm:pt modelId="{D787A455-02C1-406E-99D7-0488EF9C0C59}" type="pres">
      <dgm:prSet presAssocID="{BC4547AE-728C-4C0D-B598-576C15AB9D5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CD2085F-CA14-4E4E-8FAE-4B2F1EA92719}" srcId="{4AEDAE20-C1D1-422C-8B80-A27F3C5D26D1}" destId="{BC4547AE-728C-4C0D-B598-576C15AB9D59}" srcOrd="1" destOrd="0" parTransId="{BF6F3782-E320-4DAC-8D88-BEB2C9E29558}" sibTransId="{68BF36E4-8DEE-4683-9F03-8048199F351C}"/>
    <dgm:cxn modelId="{72EA9464-5F00-46E3-818D-2B94AF64A0AF}" type="presOf" srcId="{42FE6433-7F3C-4041-8A05-2FC702254E0F}" destId="{46B30072-289F-46D6-AD8B-F2479BEC941C}" srcOrd="0" destOrd="0" presId="urn:microsoft.com/office/officeart/2018/2/layout/IconLabelList"/>
    <dgm:cxn modelId="{724C754A-BCEF-457B-A6D4-AC627D760E40}" type="presOf" srcId="{4AEDAE20-C1D1-422C-8B80-A27F3C5D26D1}" destId="{186AE964-839A-4AC2-8DBA-5420660491BB}" srcOrd="0" destOrd="0" presId="urn:microsoft.com/office/officeart/2018/2/layout/IconLabelList"/>
    <dgm:cxn modelId="{FDB8AB94-262C-4E81-85C6-FFE4B2F07268}" type="presOf" srcId="{BC4547AE-728C-4C0D-B598-576C15AB9D59}" destId="{D787A455-02C1-406E-99D7-0488EF9C0C59}" srcOrd="0" destOrd="0" presId="urn:microsoft.com/office/officeart/2018/2/layout/IconLabelList"/>
    <dgm:cxn modelId="{9E2E0CE7-E21E-4949-BD4C-F4E6896248E1}" srcId="{4AEDAE20-C1D1-422C-8B80-A27F3C5D26D1}" destId="{42FE6433-7F3C-4041-8A05-2FC702254E0F}" srcOrd="0" destOrd="0" parTransId="{5592E31D-99B7-4E77-BFF3-00FBA31A87D0}" sibTransId="{74D9EAC2-7721-4234-9AD5-DFF2ED3AB437}"/>
    <dgm:cxn modelId="{FB498B37-C16F-4D48-9F38-ACDF4FA7A887}" type="presParOf" srcId="{186AE964-839A-4AC2-8DBA-5420660491BB}" destId="{6070AB06-4434-448A-A24F-255B0467A16E}" srcOrd="0" destOrd="0" presId="urn:microsoft.com/office/officeart/2018/2/layout/IconLabelList"/>
    <dgm:cxn modelId="{BDB162DD-5C32-4FCE-836D-9AAFFB468A7A}" type="presParOf" srcId="{6070AB06-4434-448A-A24F-255B0467A16E}" destId="{BA7FD112-F4C0-4F02-96D0-7B71931670B6}" srcOrd="0" destOrd="0" presId="urn:microsoft.com/office/officeart/2018/2/layout/IconLabelList"/>
    <dgm:cxn modelId="{8FBBFBE3-83F3-4563-8DE3-13EB5A0380BE}" type="presParOf" srcId="{6070AB06-4434-448A-A24F-255B0467A16E}" destId="{444F655C-A012-4B78-B49D-40A258DDAA0D}" srcOrd="1" destOrd="0" presId="urn:microsoft.com/office/officeart/2018/2/layout/IconLabelList"/>
    <dgm:cxn modelId="{9CBB2CD2-4C4C-4779-8306-F239326B568A}" type="presParOf" srcId="{6070AB06-4434-448A-A24F-255B0467A16E}" destId="{46B30072-289F-46D6-AD8B-F2479BEC941C}" srcOrd="2" destOrd="0" presId="urn:microsoft.com/office/officeart/2018/2/layout/IconLabelList"/>
    <dgm:cxn modelId="{69504071-D98E-46A9-9708-3B37C11A2403}" type="presParOf" srcId="{186AE964-839A-4AC2-8DBA-5420660491BB}" destId="{67509BEE-9620-4D69-BDF1-91737DC13166}" srcOrd="1" destOrd="0" presId="urn:microsoft.com/office/officeart/2018/2/layout/IconLabelList"/>
    <dgm:cxn modelId="{4CA9594B-6526-419E-88E5-EDBB0C9E00EE}" type="presParOf" srcId="{186AE964-839A-4AC2-8DBA-5420660491BB}" destId="{207F9BE9-CD56-4D37-BFCA-DBDF07286C53}" srcOrd="2" destOrd="0" presId="urn:microsoft.com/office/officeart/2018/2/layout/IconLabelList"/>
    <dgm:cxn modelId="{96AD56AD-34E3-4522-9296-82B6EF213D46}" type="presParOf" srcId="{207F9BE9-CD56-4D37-BFCA-DBDF07286C53}" destId="{AB8B7994-16E1-48F4-997A-F1EB8DF84436}" srcOrd="0" destOrd="0" presId="urn:microsoft.com/office/officeart/2018/2/layout/IconLabelList"/>
    <dgm:cxn modelId="{620592CA-088B-4E28-80FF-72AD2A66644F}" type="presParOf" srcId="{207F9BE9-CD56-4D37-BFCA-DBDF07286C53}" destId="{C3F9FBE5-32D7-44B7-A460-2A2532E47D18}" srcOrd="1" destOrd="0" presId="urn:microsoft.com/office/officeart/2018/2/layout/IconLabelList"/>
    <dgm:cxn modelId="{7FD660ED-DA5B-4368-94F4-37008982404B}" type="presParOf" srcId="{207F9BE9-CD56-4D37-BFCA-DBDF07286C53}" destId="{D787A455-02C1-406E-99D7-0488EF9C0C5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20C0D7-EF47-4CE8-AC30-1309C6A5698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72182B5-5DB8-491B-838F-905A197C3D54}">
      <dgm:prSet/>
      <dgm:spPr/>
      <dgm:t>
        <a:bodyPr/>
        <a:lstStyle/>
        <a:p>
          <a:r>
            <a:rPr lang="en-US" b="1"/>
            <a:t>Content:</a:t>
          </a:r>
          <a:endParaRPr lang="en-US"/>
        </a:p>
      </dgm:t>
    </dgm:pt>
    <dgm:pt modelId="{79DB92E1-AE73-4B99-B23D-AB90C9F035F6}" type="parTrans" cxnId="{39D97328-E44E-4D61-8A78-91CB9E6D680B}">
      <dgm:prSet/>
      <dgm:spPr/>
      <dgm:t>
        <a:bodyPr/>
        <a:lstStyle/>
        <a:p>
          <a:endParaRPr lang="en-US"/>
        </a:p>
      </dgm:t>
    </dgm:pt>
    <dgm:pt modelId="{BC0669E3-6CD5-4600-A42E-C8EAD39E1E7F}" type="sibTrans" cxnId="{39D97328-E44E-4D61-8A78-91CB9E6D680B}">
      <dgm:prSet/>
      <dgm:spPr/>
      <dgm:t>
        <a:bodyPr/>
        <a:lstStyle/>
        <a:p>
          <a:endParaRPr lang="en-US"/>
        </a:p>
      </dgm:t>
    </dgm:pt>
    <dgm:pt modelId="{C28CD3B5-1425-4E7A-AC3C-858C6D10958A}">
      <dgm:prSet/>
      <dgm:spPr/>
      <dgm:t>
        <a:bodyPr/>
        <a:lstStyle/>
        <a:p>
          <a:r>
            <a:rPr lang="en-US"/>
            <a:t>Privacy: No identifiable data collected</a:t>
          </a:r>
        </a:p>
      </dgm:t>
    </dgm:pt>
    <dgm:pt modelId="{34AEA9F4-0087-4047-9A28-FC918FF1D625}" type="parTrans" cxnId="{E384313B-C953-4BB2-8FCE-90B92F9B0A32}">
      <dgm:prSet/>
      <dgm:spPr/>
      <dgm:t>
        <a:bodyPr/>
        <a:lstStyle/>
        <a:p>
          <a:endParaRPr lang="en-US"/>
        </a:p>
      </dgm:t>
    </dgm:pt>
    <dgm:pt modelId="{7F2422F9-2AFC-4AED-B02E-30A8AB3AEF1E}" type="sibTrans" cxnId="{E384313B-C953-4BB2-8FCE-90B92F9B0A32}">
      <dgm:prSet/>
      <dgm:spPr/>
      <dgm:t>
        <a:bodyPr/>
        <a:lstStyle/>
        <a:p>
          <a:endParaRPr lang="en-US"/>
        </a:p>
      </dgm:t>
    </dgm:pt>
    <dgm:pt modelId="{87A6E13C-0EE2-4211-81A6-8FED21DF6F49}">
      <dgm:prSet/>
      <dgm:spPr/>
      <dgm:t>
        <a:bodyPr/>
        <a:lstStyle/>
        <a:p>
          <a:r>
            <a:rPr lang="en-US"/>
            <a:t>Fairness: Works equally well in all neighborhoods</a:t>
          </a:r>
        </a:p>
      </dgm:t>
    </dgm:pt>
    <dgm:pt modelId="{7AF67488-5E02-42A7-AE35-0188624C7F1F}" type="parTrans" cxnId="{D6007D3A-FB0C-4EE6-A1F5-0D7426B9341F}">
      <dgm:prSet/>
      <dgm:spPr/>
      <dgm:t>
        <a:bodyPr/>
        <a:lstStyle/>
        <a:p>
          <a:endParaRPr lang="en-US"/>
        </a:p>
      </dgm:t>
    </dgm:pt>
    <dgm:pt modelId="{BA7A2702-5036-4342-8762-F250386E6248}" type="sibTrans" cxnId="{D6007D3A-FB0C-4EE6-A1F5-0D7426B9341F}">
      <dgm:prSet/>
      <dgm:spPr/>
      <dgm:t>
        <a:bodyPr/>
        <a:lstStyle/>
        <a:p>
          <a:endParaRPr lang="en-US"/>
        </a:p>
      </dgm:t>
    </dgm:pt>
    <dgm:pt modelId="{FAA83C63-A364-4408-86B3-7CC83F036C4E}">
      <dgm:prSet/>
      <dgm:spPr/>
      <dgm:t>
        <a:bodyPr/>
        <a:lstStyle/>
        <a:p>
          <a:r>
            <a:rPr lang="en-US"/>
            <a:t>Transparency: Explains how spots are found to users</a:t>
          </a:r>
        </a:p>
      </dgm:t>
    </dgm:pt>
    <dgm:pt modelId="{C478648A-5EBE-46BE-A558-6E421A121922}" type="parTrans" cxnId="{DD110C96-776A-4956-BA8E-C8AF08F8E7B2}">
      <dgm:prSet/>
      <dgm:spPr/>
      <dgm:t>
        <a:bodyPr/>
        <a:lstStyle/>
        <a:p>
          <a:endParaRPr lang="en-US"/>
        </a:p>
      </dgm:t>
    </dgm:pt>
    <dgm:pt modelId="{6AABAA27-9E7B-4EB5-A656-D5E8D6E3318A}" type="sibTrans" cxnId="{DD110C96-776A-4956-BA8E-C8AF08F8E7B2}">
      <dgm:prSet/>
      <dgm:spPr/>
      <dgm:t>
        <a:bodyPr/>
        <a:lstStyle/>
        <a:p>
          <a:endParaRPr lang="en-US"/>
        </a:p>
      </dgm:t>
    </dgm:pt>
    <dgm:pt modelId="{0FDAA4D6-C7BA-49AF-BC78-68BB0C89D724}" type="pres">
      <dgm:prSet presAssocID="{0D20C0D7-EF47-4CE8-AC30-1309C6A5698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DB65F02-772D-42F1-B4CB-75586A635F7D}" type="pres">
      <dgm:prSet presAssocID="{772182B5-5DB8-491B-838F-905A197C3D54}" presName="hierRoot1" presStyleCnt="0"/>
      <dgm:spPr/>
    </dgm:pt>
    <dgm:pt modelId="{68E71D26-DB11-4E51-8B91-1E5AE0459EF7}" type="pres">
      <dgm:prSet presAssocID="{772182B5-5DB8-491B-838F-905A197C3D54}" presName="composite" presStyleCnt="0"/>
      <dgm:spPr/>
    </dgm:pt>
    <dgm:pt modelId="{7C2D9F10-4C69-4DF2-B3EE-726223ECFDDA}" type="pres">
      <dgm:prSet presAssocID="{772182B5-5DB8-491B-838F-905A197C3D54}" presName="background" presStyleLbl="node0" presStyleIdx="0" presStyleCnt="4"/>
      <dgm:spPr/>
    </dgm:pt>
    <dgm:pt modelId="{21FCFFE7-7593-4EFF-9530-19C1D256A866}" type="pres">
      <dgm:prSet presAssocID="{772182B5-5DB8-491B-838F-905A197C3D54}" presName="text" presStyleLbl="fgAcc0" presStyleIdx="0" presStyleCnt="4">
        <dgm:presLayoutVars>
          <dgm:chPref val="3"/>
        </dgm:presLayoutVars>
      </dgm:prSet>
      <dgm:spPr/>
    </dgm:pt>
    <dgm:pt modelId="{B4E428C3-34DA-4C84-96B6-DAD068ECE2FB}" type="pres">
      <dgm:prSet presAssocID="{772182B5-5DB8-491B-838F-905A197C3D54}" presName="hierChild2" presStyleCnt="0"/>
      <dgm:spPr/>
    </dgm:pt>
    <dgm:pt modelId="{210EB8F6-0EFB-4CEF-8099-647C18C5A3CF}" type="pres">
      <dgm:prSet presAssocID="{C28CD3B5-1425-4E7A-AC3C-858C6D10958A}" presName="hierRoot1" presStyleCnt="0"/>
      <dgm:spPr/>
    </dgm:pt>
    <dgm:pt modelId="{EE9CA814-B530-41FD-8AFF-DA7870DE8201}" type="pres">
      <dgm:prSet presAssocID="{C28CD3B5-1425-4E7A-AC3C-858C6D10958A}" presName="composite" presStyleCnt="0"/>
      <dgm:spPr/>
    </dgm:pt>
    <dgm:pt modelId="{96DF06AF-896F-4E84-9389-85578277B838}" type="pres">
      <dgm:prSet presAssocID="{C28CD3B5-1425-4E7A-AC3C-858C6D10958A}" presName="background" presStyleLbl="node0" presStyleIdx="1" presStyleCnt="4"/>
      <dgm:spPr/>
    </dgm:pt>
    <dgm:pt modelId="{970BE193-2FC4-4833-84EB-A724B02D061F}" type="pres">
      <dgm:prSet presAssocID="{C28CD3B5-1425-4E7A-AC3C-858C6D10958A}" presName="text" presStyleLbl="fgAcc0" presStyleIdx="1" presStyleCnt="4">
        <dgm:presLayoutVars>
          <dgm:chPref val="3"/>
        </dgm:presLayoutVars>
      </dgm:prSet>
      <dgm:spPr/>
    </dgm:pt>
    <dgm:pt modelId="{BDB4D737-2FF3-4249-B744-ECADBB0494C3}" type="pres">
      <dgm:prSet presAssocID="{C28CD3B5-1425-4E7A-AC3C-858C6D10958A}" presName="hierChild2" presStyleCnt="0"/>
      <dgm:spPr/>
    </dgm:pt>
    <dgm:pt modelId="{56AC2077-BB91-4CCC-A1CD-0D404EDC3381}" type="pres">
      <dgm:prSet presAssocID="{87A6E13C-0EE2-4211-81A6-8FED21DF6F49}" presName="hierRoot1" presStyleCnt="0"/>
      <dgm:spPr/>
    </dgm:pt>
    <dgm:pt modelId="{4A648252-C8AB-4890-9A79-8C5C046FEFEE}" type="pres">
      <dgm:prSet presAssocID="{87A6E13C-0EE2-4211-81A6-8FED21DF6F49}" presName="composite" presStyleCnt="0"/>
      <dgm:spPr/>
    </dgm:pt>
    <dgm:pt modelId="{588C76E9-AB68-499E-A52D-CD0D638F9003}" type="pres">
      <dgm:prSet presAssocID="{87A6E13C-0EE2-4211-81A6-8FED21DF6F49}" presName="background" presStyleLbl="node0" presStyleIdx="2" presStyleCnt="4"/>
      <dgm:spPr/>
    </dgm:pt>
    <dgm:pt modelId="{A185731E-43D8-4D00-B4DC-BD1D1735ACB0}" type="pres">
      <dgm:prSet presAssocID="{87A6E13C-0EE2-4211-81A6-8FED21DF6F49}" presName="text" presStyleLbl="fgAcc0" presStyleIdx="2" presStyleCnt="4">
        <dgm:presLayoutVars>
          <dgm:chPref val="3"/>
        </dgm:presLayoutVars>
      </dgm:prSet>
      <dgm:spPr/>
    </dgm:pt>
    <dgm:pt modelId="{E69E1FAB-C1A2-41A3-A2D7-0C097F87E673}" type="pres">
      <dgm:prSet presAssocID="{87A6E13C-0EE2-4211-81A6-8FED21DF6F49}" presName="hierChild2" presStyleCnt="0"/>
      <dgm:spPr/>
    </dgm:pt>
    <dgm:pt modelId="{5D970397-6790-4243-A156-E8AC8BF3CE77}" type="pres">
      <dgm:prSet presAssocID="{FAA83C63-A364-4408-86B3-7CC83F036C4E}" presName="hierRoot1" presStyleCnt="0"/>
      <dgm:spPr/>
    </dgm:pt>
    <dgm:pt modelId="{9E7F1739-0527-496F-9ACE-379F2F4E579B}" type="pres">
      <dgm:prSet presAssocID="{FAA83C63-A364-4408-86B3-7CC83F036C4E}" presName="composite" presStyleCnt="0"/>
      <dgm:spPr/>
    </dgm:pt>
    <dgm:pt modelId="{964A0AA2-D02F-4ECE-9100-021D0FF09BA2}" type="pres">
      <dgm:prSet presAssocID="{FAA83C63-A364-4408-86B3-7CC83F036C4E}" presName="background" presStyleLbl="node0" presStyleIdx="3" presStyleCnt="4"/>
      <dgm:spPr/>
    </dgm:pt>
    <dgm:pt modelId="{40897BBB-F74D-44DD-97E6-D7240D89ABF2}" type="pres">
      <dgm:prSet presAssocID="{FAA83C63-A364-4408-86B3-7CC83F036C4E}" presName="text" presStyleLbl="fgAcc0" presStyleIdx="3" presStyleCnt="4">
        <dgm:presLayoutVars>
          <dgm:chPref val="3"/>
        </dgm:presLayoutVars>
      </dgm:prSet>
      <dgm:spPr/>
    </dgm:pt>
    <dgm:pt modelId="{8AEE550B-90ED-49FE-B413-71EEB6B09581}" type="pres">
      <dgm:prSet presAssocID="{FAA83C63-A364-4408-86B3-7CC83F036C4E}" presName="hierChild2" presStyleCnt="0"/>
      <dgm:spPr/>
    </dgm:pt>
  </dgm:ptLst>
  <dgm:cxnLst>
    <dgm:cxn modelId="{0A761F28-5380-494E-91B8-2753ADE4193A}" type="presOf" srcId="{87A6E13C-0EE2-4211-81A6-8FED21DF6F49}" destId="{A185731E-43D8-4D00-B4DC-BD1D1735ACB0}" srcOrd="0" destOrd="0" presId="urn:microsoft.com/office/officeart/2005/8/layout/hierarchy1"/>
    <dgm:cxn modelId="{39D97328-E44E-4D61-8A78-91CB9E6D680B}" srcId="{0D20C0D7-EF47-4CE8-AC30-1309C6A56983}" destId="{772182B5-5DB8-491B-838F-905A197C3D54}" srcOrd="0" destOrd="0" parTransId="{79DB92E1-AE73-4B99-B23D-AB90C9F035F6}" sibTransId="{BC0669E3-6CD5-4600-A42E-C8EAD39E1E7F}"/>
    <dgm:cxn modelId="{D6007D3A-FB0C-4EE6-A1F5-0D7426B9341F}" srcId="{0D20C0D7-EF47-4CE8-AC30-1309C6A56983}" destId="{87A6E13C-0EE2-4211-81A6-8FED21DF6F49}" srcOrd="2" destOrd="0" parTransId="{7AF67488-5E02-42A7-AE35-0188624C7F1F}" sibTransId="{BA7A2702-5036-4342-8762-F250386E6248}"/>
    <dgm:cxn modelId="{E384313B-C953-4BB2-8FCE-90B92F9B0A32}" srcId="{0D20C0D7-EF47-4CE8-AC30-1309C6A56983}" destId="{C28CD3B5-1425-4E7A-AC3C-858C6D10958A}" srcOrd="1" destOrd="0" parTransId="{34AEA9F4-0087-4047-9A28-FC918FF1D625}" sibTransId="{7F2422F9-2AFC-4AED-B02E-30A8AB3AEF1E}"/>
    <dgm:cxn modelId="{DD110C96-776A-4956-BA8E-C8AF08F8E7B2}" srcId="{0D20C0D7-EF47-4CE8-AC30-1309C6A56983}" destId="{FAA83C63-A364-4408-86B3-7CC83F036C4E}" srcOrd="3" destOrd="0" parTransId="{C478648A-5EBE-46BE-A558-6E421A121922}" sibTransId="{6AABAA27-9E7B-4EB5-A656-D5E8D6E3318A}"/>
    <dgm:cxn modelId="{9C2907DB-CC65-402B-A90B-BEB21F678039}" type="presOf" srcId="{C28CD3B5-1425-4E7A-AC3C-858C6D10958A}" destId="{970BE193-2FC4-4833-84EB-A724B02D061F}" srcOrd="0" destOrd="0" presId="urn:microsoft.com/office/officeart/2005/8/layout/hierarchy1"/>
    <dgm:cxn modelId="{C184FBDB-1445-4BD5-BED4-1A3AAF808EE3}" type="presOf" srcId="{FAA83C63-A364-4408-86B3-7CC83F036C4E}" destId="{40897BBB-F74D-44DD-97E6-D7240D89ABF2}" srcOrd="0" destOrd="0" presId="urn:microsoft.com/office/officeart/2005/8/layout/hierarchy1"/>
    <dgm:cxn modelId="{F9E354E8-494F-46DF-9187-0D8A84F27916}" type="presOf" srcId="{0D20C0D7-EF47-4CE8-AC30-1309C6A56983}" destId="{0FDAA4D6-C7BA-49AF-BC78-68BB0C89D724}" srcOrd="0" destOrd="0" presId="urn:microsoft.com/office/officeart/2005/8/layout/hierarchy1"/>
    <dgm:cxn modelId="{D8BDDDF7-8103-4FFF-9194-B76C59441D07}" type="presOf" srcId="{772182B5-5DB8-491B-838F-905A197C3D54}" destId="{21FCFFE7-7593-4EFF-9530-19C1D256A866}" srcOrd="0" destOrd="0" presId="urn:microsoft.com/office/officeart/2005/8/layout/hierarchy1"/>
    <dgm:cxn modelId="{B438F5E1-FCFF-41CB-B762-FDFC96EF69AC}" type="presParOf" srcId="{0FDAA4D6-C7BA-49AF-BC78-68BB0C89D724}" destId="{9DB65F02-772D-42F1-B4CB-75586A635F7D}" srcOrd="0" destOrd="0" presId="urn:microsoft.com/office/officeart/2005/8/layout/hierarchy1"/>
    <dgm:cxn modelId="{9538CFFF-77BA-425F-9866-1BDC1F05BC9B}" type="presParOf" srcId="{9DB65F02-772D-42F1-B4CB-75586A635F7D}" destId="{68E71D26-DB11-4E51-8B91-1E5AE0459EF7}" srcOrd="0" destOrd="0" presId="urn:microsoft.com/office/officeart/2005/8/layout/hierarchy1"/>
    <dgm:cxn modelId="{9E0199A0-830C-487D-9758-CE64AC2A655A}" type="presParOf" srcId="{68E71D26-DB11-4E51-8B91-1E5AE0459EF7}" destId="{7C2D9F10-4C69-4DF2-B3EE-726223ECFDDA}" srcOrd="0" destOrd="0" presId="urn:microsoft.com/office/officeart/2005/8/layout/hierarchy1"/>
    <dgm:cxn modelId="{E9AF6048-FEAB-4B46-A3D4-E502A8B70995}" type="presParOf" srcId="{68E71D26-DB11-4E51-8B91-1E5AE0459EF7}" destId="{21FCFFE7-7593-4EFF-9530-19C1D256A866}" srcOrd="1" destOrd="0" presId="urn:microsoft.com/office/officeart/2005/8/layout/hierarchy1"/>
    <dgm:cxn modelId="{5A1A8D63-F5A2-42B6-9C16-5902EBB0D94E}" type="presParOf" srcId="{9DB65F02-772D-42F1-B4CB-75586A635F7D}" destId="{B4E428C3-34DA-4C84-96B6-DAD068ECE2FB}" srcOrd="1" destOrd="0" presId="urn:microsoft.com/office/officeart/2005/8/layout/hierarchy1"/>
    <dgm:cxn modelId="{87051FAA-114E-4339-9EB0-2938E28E4A2B}" type="presParOf" srcId="{0FDAA4D6-C7BA-49AF-BC78-68BB0C89D724}" destId="{210EB8F6-0EFB-4CEF-8099-647C18C5A3CF}" srcOrd="1" destOrd="0" presId="urn:microsoft.com/office/officeart/2005/8/layout/hierarchy1"/>
    <dgm:cxn modelId="{95B1159D-DB87-487F-9AC0-B119BAB6DF81}" type="presParOf" srcId="{210EB8F6-0EFB-4CEF-8099-647C18C5A3CF}" destId="{EE9CA814-B530-41FD-8AFF-DA7870DE8201}" srcOrd="0" destOrd="0" presId="urn:microsoft.com/office/officeart/2005/8/layout/hierarchy1"/>
    <dgm:cxn modelId="{40425D64-020E-403D-A11C-D1441D525D04}" type="presParOf" srcId="{EE9CA814-B530-41FD-8AFF-DA7870DE8201}" destId="{96DF06AF-896F-4E84-9389-85578277B838}" srcOrd="0" destOrd="0" presId="urn:microsoft.com/office/officeart/2005/8/layout/hierarchy1"/>
    <dgm:cxn modelId="{DF3B410F-F168-4823-AB10-BA8E4245AB49}" type="presParOf" srcId="{EE9CA814-B530-41FD-8AFF-DA7870DE8201}" destId="{970BE193-2FC4-4833-84EB-A724B02D061F}" srcOrd="1" destOrd="0" presId="urn:microsoft.com/office/officeart/2005/8/layout/hierarchy1"/>
    <dgm:cxn modelId="{C4FF89A2-6237-43A6-897C-91B2898D4993}" type="presParOf" srcId="{210EB8F6-0EFB-4CEF-8099-647C18C5A3CF}" destId="{BDB4D737-2FF3-4249-B744-ECADBB0494C3}" srcOrd="1" destOrd="0" presId="urn:microsoft.com/office/officeart/2005/8/layout/hierarchy1"/>
    <dgm:cxn modelId="{36FAD8AB-7C49-4C9F-8440-EF8B3FF24E33}" type="presParOf" srcId="{0FDAA4D6-C7BA-49AF-BC78-68BB0C89D724}" destId="{56AC2077-BB91-4CCC-A1CD-0D404EDC3381}" srcOrd="2" destOrd="0" presId="urn:microsoft.com/office/officeart/2005/8/layout/hierarchy1"/>
    <dgm:cxn modelId="{7A6D4314-129C-4927-99CE-EE769C2C4A8B}" type="presParOf" srcId="{56AC2077-BB91-4CCC-A1CD-0D404EDC3381}" destId="{4A648252-C8AB-4890-9A79-8C5C046FEFEE}" srcOrd="0" destOrd="0" presId="urn:microsoft.com/office/officeart/2005/8/layout/hierarchy1"/>
    <dgm:cxn modelId="{1048BCB7-0B63-40D7-A918-6DF2ECA479A9}" type="presParOf" srcId="{4A648252-C8AB-4890-9A79-8C5C046FEFEE}" destId="{588C76E9-AB68-499E-A52D-CD0D638F9003}" srcOrd="0" destOrd="0" presId="urn:microsoft.com/office/officeart/2005/8/layout/hierarchy1"/>
    <dgm:cxn modelId="{811DE24C-09A4-4A86-84A7-8E57A82AA020}" type="presParOf" srcId="{4A648252-C8AB-4890-9A79-8C5C046FEFEE}" destId="{A185731E-43D8-4D00-B4DC-BD1D1735ACB0}" srcOrd="1" destOrd="0" presId="urn:microsoft.com/office/officeart/2005/8/layout/hierarchy1"/>
    <dgm:cxn modelId="{0134DDEE-E3DA-4B97-938A-9563BE739BE2}" type="presParOf" srcId="{56AC2077-BB91-4CCC-A1CD-0D404EDC3381}" destId="{E69E1FAB-C1A2-41A3-A2D7-0C097F87E673}" srcOrd="1" destOrd="0" presId="urn:microsoft.com/office/officeart/2005/8/layout/hierarchy1"/>
    <dgm:cxn modelId="{09CFD397-B65B-47B8-AEE3-6424F052FAF7}" type="presParOf" srcId="{0FDAA4D6-C7BA-49AF-BC78-68BB0C89D724}" destId="{5D970397-6790-4243-A156-E8AC8BF3CE77}" srcOrd="3" destOrd="0" presId="urn:microsoft.com/office/officeart/2005/8/layout/hierarchy1"/>
    <dgm:cxn modelId="{B5CE933E-3DDC-4A27-B838-C4DFED42E047}" type="presParOf" srcId="{5D970397-6790-4243-A156-E8AC8BF3CE77}" destId="{9E7F1739-0527-496F-9ACE-379F2F4E579B}" srcOrd="0" destOrd="0" presId="urn:microsoft.com/office/officeart/2005/8/layout/hierarchy1"/>
    <dgm:cxn modelId="{5FA06C36-54BE-4341-BA3F-E0F87F9F96EB}" type="presParOf" srcId="{9E7F1739-0527-496F-9ACE-379F2F4E579B}" destId="{964A0AA2-D02F-4ECE-9100-021D0FF09BA2}" srcOrd="0" destOrd="0" presId="urn:microsoft.com/office/officeart/2005/8/layout/hierarchy1"/>
    <dgm:cxn modelId="{840259A3-5655-4757-9F89-C43D3496CED5}" type="presParOf" srcId="{9E7F1739-0527-496F-9ACE-379F2F4E579B}" destId="{40897BBB-F74D-44DD-97E6-D7240D89ABF2}" srcOrd="1" destOrd="0" presId="urn:microsoft.com/office/officeart/2005/8/layout/hierarchy1"/>
    <dgm:cxn modelId="{2B9F7A5A-B22C-471B-87B1-FE430FBAAA5E}" type="presParOf" srcId="{5D970397-6790-4243-A156-E8AC8BF3CE77}" destId="{8AEE550B-90ED-49FE-B413-71EEB6B0958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7FD112-F4C0-4F02-96D0-7B71931670B6}">
      <dsp:nvSpPr>
        <dsp:cNvPr id="0" name=""/>
        <dsp:cNvSpPr/>
      </dsp:nvSpPr>
      <dsp:spPr>
        <a:xfrm>
          <a:off x="672789" y="846860"/>
          <a:ext cx="1058062" cy="1058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B30072-289F-46D6-AD8B-F2479BEC941C}">
      <dsp:nvSpPr>
        <dsp:cNvPr id="0" name=""/>
        <dsp:cNvSpPr/>
      </dsp:nvSpPr>
      <dsp:spPr>
        <a:xfrm>
          <a:off x="26195" y="2218791"/>
          <a:ext cx="235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Searching for parking in busy areas is frustrating</a:t>
          </a:r>
          <a:endParaRPr lang="en-US" sz="1800" kern="1200"/>
        </a:p>
      </dsp:txBody>
      <dsp:txXfrm>
        <a:off x="26195" y="2218791"/>
        <a:ext cx="2351250" cy="720000"/>
      </dsp:txXfrm>
    </dsp:sp>
    <dsp:sp modelId="{AB8B7994-16E1-48F4-997A-F1EB8DF84436}">
      <dsp:nvSpPr>
        <dsp:cNvPr id="0" name=""/>
        <dsp:cNvSpPr/>
      </dsp:nvSpPr>
      <dsp:spPr>
        <a:xfrm>
          <a:off x="3435508" y="846860"/>
          <a:ext cx="1058062" cy="1058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87A455-02C1-406E-99D7-0488EF9C0C59}">
      <dsp:nvSpPr>
        <dsp:cNvPr id="0" name=""/>
        <dsp:cNvSpPr/>
      </dsp:nvSpPr>
      <dsp:spPr>
        <a:xfrm>
          <a:off x="2788914" y="2218791"/>
          <a:ext cx="235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Drivers waste valuable time circling for a spot</a:t>
          </a:r>
          <a:endParaRPr lang="en-US" sz="1800" kern="1200"/>
        </a:p>
      </dsp:txBody>
      <dsp:txXfrm>
        <a:off x="2788914" y="2218791"/>
        <a:ext cx="2351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2D9F10-4C69-4DF2-B3EE-726223ECFDDA}">
      <dsp:nvSpPr>
        <dsp:cNvPr id="0" name=""/>
        <dsp:cNvSpPr/>
      </dsp:nvSpPr>
      <dsp:spPr>
        <a:xfrm>
          <a:off x="3268" y="1019412"/>
          <a:ext cx="2333807" cy="14819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FCFFE7-7593-4EFF-9530-19C1D256A866}">
      <dsp:nvSpPr>
        <dsp:cNvPr id="0" name=""/>
        <dsp:cNvSpPr/>
      </dsp:nvSpPr>
      <dsp:spPr>
        <a:xfrm>
          <a:off x="262580" y="1265758"/>
          <a:ext cx="2333807" cy="14819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Content:</a:t>
          </a:r>
          <a:endParaRPr lang="en-US" sz="2200" kern="1200"/>
        </a:p>
      </dsp:txBody>
      <dsp:txXfrm>
        <a:off x="305985" y="1309163"/>
        <a:ext cx="2246997" cy="1395157"/>
      </dsp:txXfrm>
    </dsp:sp>
    <dsp:sp modelId="{96DF06AF-896F-4E84-9389-85578277B838}">
      <dsp:nvSpPr>
        <dsp:cNvPr id="0" name=""/>
        <dsp:cNvSpPr/>
      </dsp:nvSpPr>
      <dsp:spPr>
        <a:xfrm>
          <a:off x="2855699" y="1019412"/>
          <a:ext cx="2333807" cy="14819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0BE193-2FC4-4833-84EB-A724B02D061F}">
      <dsp:nvSpPr>
        <dsp:cNvPr id="0" name=""/>
        <dsp:cNvSpPr/>
      </dsp:nvSpPr>
      <dsp:spPr>
        <a:xfrm>
          <a:off x="3115011" y="1265758"/>
          <a:ext cx="2333807" cy="14819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Privacy: No identifiable data collected</a:t>
          </a:r>
        </a:p>
      </dsp:txBody>
      <dsp:txXfrm>
        <a:off x="3158416" y="1309163"/>
        <a:ext cx="2246997" cy="1395157"/>
      </dsp:txXfrm>
    </dsp:sp>
    <dsp:sp modelId="{588C76E9-AB68-499E-A52D-CD0D638F9003}">
      <dsp:nvSpPr>
        <dsp:cNvPr id="0" name=""/>
        <dsp:cNvSpPr/>
      </dsp:nvSpPr>
      <dsp:spPr>
        <a:xfrm>
          <a:off x="5708130" y="1019412"/>
          <a:ext cx="2333807" cy="14819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85731E-43D8-4D00-B4DC-BD1D1735ACB0}">
      <dsp:nvSpPr>
        <dsp:cNvPr id="0" name=""/>
        <dsp:cNvSpPr/>
      </dsp:nvSpPr>
      <dsp:spPr>
        <a:xfrm>
          <a:off x="5967442" y="1265758"/>
          <a:ext cx="2333807" cy="14819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Fairness: Works equally well in all neighborhoods</a:t>
          </a:r>
        </a:p>
      </dsp:txBody>
      <dsp:txXfrm>
        <a:off x="6010847" y="1309163"/>
        <a:ext cx="2246997" cy="1395157"/>
      </dsp:txXfrm>
    </dsp:sp>
    <dsp:sp modelId="{964A0AA2-D02F-4ECE-9100-021D0FF09BA2}">
      <dsp:nvSpPr>
        <dsp:cNvPr id="0" name=""/>
        <dsp:cNvSpPr/>
      </dsp:nvSpPr>
      <dsp:spPr>
        <a:xfrm>
          <a:off x="8560562" y="1019412"/>
          <a:ext cx="2333807" cy="14819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897BBB-F74D-44DD-97E6-D7240D89ABF2}">
      <dsp:nvSpPr>
        <dsp:cNvPr id="0" name=""/>
        <dsp:cNvSpPr/>
      </dsp:nvSpPr>
      <dsp:spPr>
        <a:xfrm>
          <a:off x="8819874" y="1265758"/>
          <a:ext cx="2333807" cy="14819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Transparency: Explains how spots are found to users</a:t>
          </a:r>
        </a:p>
      </dsp:txBody>
      <dsp:txXfrm>
        <a:off x="8863279" y="1309163"/>
        <a:ext cx="2246997" cy="1395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63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55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858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171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64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875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670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91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05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37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43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61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62" r:id="rId5"/>
    <p:sldLayoutId id="2147483667" r:id="rId6"/>
    <p:sldLayoutId id="2147483663" r:id="rId7"/>
    <p:sldLayoutId id="2147483664" r:id="rId8"/>
    <p:sldLayoutId id="2147483665" r:id="rId9"/>
    <p:sldLayoutId id="2147483666" r:id="rId10"/>
    <p:sldLayoutId id="214748366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162B4D-F45F-B748-120E-EF29030E2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841283"/>
            <a:ext cx="3465681" cy="291647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>
                <a:solidFill>
                  <a:schemeClr val="tx2"/>
                </a:solidFill>
              </a:rPr>
              <a:t>Product name: </a:t>
            </a:r>
            <a:r>
              <a:rPr lang="en-US" sz="4100" i="1">
                <a:solidFill>
                  <a:schemeClr val="tx2"/>
                </a:solidFill>
              </a:rPr>
              <a:t>Smart Parking Finder</a:t>
            </a:r>
            <a:endParaRPr lang="en-US" sz="4100">
              <a:solidFill>
                <a:schemeClr val="tx2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3EE63B-A36C-31E1-C6F1-5CE0346BE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824" y="751093"/>
            <a:ext cx="5937480" cy="525467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325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65E7-0655-AF68-0BD9-5172BCBEF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42897"/>
          </a:xfrm>
        </p:spPr>
        <p:txBody>
          <a:bodyPr>
            <a:noAutofit/>
          </a:bodyPr>
          <a:lstStyle/>
          <a:p>
            <a:pPr algn="ctr"/>
            <a:r>
              <a:rPr lang="en-US" sz="6600" dirty="0"/>
              <a:t>Problem → Solution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C2EEF777-F70E-2264-7C57-76A861ADD18F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929640" y="2560284"/>
          <a:ext cx="5166360" cy="3785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9BBBED0B-CA9D-D6BA-2A3B-4C8C87BDA8D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057725" y="2560284"/>
            <a:ext cx="478134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AI-powered app that detects open spaces in real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are instantly shown available spots near them</a:t>
            </a:r>
          </a:p>
        </p:txBody>
      </p:sp>
    </p:spTree>
    <p:extLst>
      <p:ext uri="{BB962C8B-B14F-4D97-AF65-F5344CB8AC3E}">
        <p14:creationId xmlns:p14="http://schemas.microsoft.com/office/powerpoint/2010/main" val="2552774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mobile app dashboard for Smart Parking Finder showing a city map with highlighted available parking spots, a notification banner at the top saying 'New spot available on 5th Ave!', and a clean, user-friendly interface with a search bar and filter options.">
            <a:extLst>
              <a:ext uri="{FF2B5EF4-FFF2-40B4-BE49-F238E27FC236}">
                <a16:creationId xmlns:a16="http://schemas.microsoft.com/office/drawing/2014/main" id="{B061274B-4244-F2A5-88AC-706876B4F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3074" y="144378"/>
            <a:ext cx="6448926" cy="6713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9083322-28FE-7245-921F-00431DF04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Mockup: Mobile app interface showing nearby open parking spots</a:t>
            </a:r>
          </a:p>
        </p:txBody>
      </p:sp>
    </p:spTree>
    <p:extLst>
      <p:ext uri="{BB962C8B-B14F-4D97-AF65-F5344CB8AC3E}">
        <p14:creationId xmlns:p14="http://schemas.microsoft.com/office/powerpoint/2010/main" val="4280081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25F0D7-2660-F582-AB8D-1CB530978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Ethics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24F20C-6149-46A1-B8A9-EA197D2B2B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7896148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315193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53</TotalTime>
  <Words>79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Bierstadt</vt:lpstr>
      <vt:lpstr>GestaltVTI</vt:lpstr>
      <vt:lpstr>Product name: Smart Parking Finder</vt:lpstr>
      <vt:lpstr>Problem → Solution</vt:lpstr>
      <vt:lpstr>Mockup: Mobile app interface showing nearby open parking spots</vt:lpstr>
      <vt:lpstr>Ethics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dclint@dmacc.edu</dc:creator>
  <cp:lastModifiedBy>dclint@dmacc.edu</cp:lastModifiedBy>
  <cp:revision>1</cp:revision>
  <dcterms:created xsi:type="dcterms:W3CDTF">2025-12-03T23:49:44Z</dcterms:created>
  <dcterms:modified xsi:type="dcterms:W3CDTF">2025-12-04T00:43:18Z</dcterms:modified>
</cp:coreProperties>
</file>